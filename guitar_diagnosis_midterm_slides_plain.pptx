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評価してほしいのは機能数ではなく「リスクを特定 → 実測 → 判断」の筋。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PRD は 8/14。既存アプリはカリキュラム消化型で、練習中の「何にでも」は使えない。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デモは合成音の19テイクをブラウザで実際に解析して作っている。スコアを埋め込んでいるのではない。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1,700 行。音符起こしの認識技術は自作せず、Spotify の学習済みモデルをブラウザで動かしている。Web Worker は使っておらず、初回推論のコストはウォームアップで隠している。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0〜100 の合成スコアは廃止し、単位のある量に分解した(後述)。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日付の詳細(聞かれたら): 8/14 PRD・Design Doc、8/15 Python 予備検証、8/26 ブラウザ本検証(実録音・実機)、9/1 MVP・デモ基盤・ローカル git 化、9/9 安定度指標の作り直し、9/13 精度改善(倍音除外)。コミット 11 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デモの山場。3か所なのにピアノロールに6本出るのは「音の分割」(実測③)。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音域は MIDI 40(E2)〜88(E6)。変則チューニング・カポは未対応。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月下旬の実録音検証で見た「3〜4割の倍音誤検出」は別現象。当時は倍音しか分類していないので、分割が混ざっていた可能性があり、再分類が残課題。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デモ手順書と Design Doc の一部の数値は旧スコアのまま。発表ではばらつき(ms)で語る。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発表で聞かれたら正直に答える前提で整理。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転換案の詳細は別資料(guitar_score_diagnosis_slides.pptx)。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Alpha+ プロジェクト 中間報告(3ヶ月の成果)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4E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ギター上達診断アプリ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過去の自分と比較して、練習の停滞と伸びを可視化する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2026年9月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独学で伸び悩む社会人ギタリストに、「診断ファースト」の練習伴走を提供する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 / 16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課題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一人で練習しても、演奏の良し悪しを客観視できない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何を練習すべきか設計できず、なんとなく弾いて終わる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上達の実感がなく、練習が途切れる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狙い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73736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引っかかるフレーズを「スレッド」にして録音を重ねる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過去の自分と比較し、どこが伸びてどこが停滞しているかを具体的に見せる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曲・基礎練・ソロを問わず、外部の「正解データ」なしで使える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想定ユーザー: 30代社会人、ギター歴3年、独学。弾きたい曲は弾けるが上達が頭打ち。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既存アプリはカリキュラムを消化させる。本アプリは自分の弱点をその場で診断する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 / 16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5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既存アプリ(Yousician 等)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5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本アプリ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アプローチ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用意されたカリキュラムを消化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自分の弱点をその場で診断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対象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アプリのライブラリ内の曲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練習中の何にでも対応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進捗の見え方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ゲーム内スコア・正解率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自分の過去の演奏との比較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必要なデータ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曲 DB・タブ譜・コード進行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自分の録音だけ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完全クライアントサイド。バックエンドもアカウントもなく、音声は端末から出ない。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動く MVP(PWA)を作った。画面は4つ、約1,700行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 / 16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3093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スレッド一覧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アクティブ/解決済み/曲通し。デモデータ投入、バックアップの書き出しと読み込み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スレッド詳細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録音の開始・停止で解析と診断まで自動実行。メトロノーム録音、お手本の設定、指標の推移グラフ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診断結果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比較モード(直前/ベスト/お手本)。指標6種と、ピアノロールで「どの音がどうズレたか」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音符起こし検証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開発用。実録音の検証、閾値の36通り総当たり、期待音符列との照合、倍音候補の印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React + TypeScript + Vite / Basic Pitch(TensorFlow.js)/ Dexie(IndexedDB)。マイク録音のほか音声・動画ファイルの取り込みに対応。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すべてブラウザの中で完結する。サーバーもアカウントもなく、音声は端末から出ない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 / 16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949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画面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React + TypeScript。スレッド一覧、スレッド詳細、診断結果、音符起こし検証の4画面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処理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TypeScript、UI スレッド上で実行。録音 → 前処理 → 音符起こし(Basic Pitch)→ 後処理 → 比較・診断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保存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IndexedDB(Dexie)。スレッド、テイク(音声 + 音符列)、診断結果。JSON でバックアップ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配信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Vite でビルドした静的ファイル。Service Worker が推論モデルごとオフラインにキャッシュ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サーバー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なし。録音も推論も端末内。外部通信は初回のアプリ配信だけ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録音から診断までの6段。音符起こしは Spotify の学習済みモデルを使い、認識技術を自作しない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 / 16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828800"/>
                <a:gridCol w="5669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5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段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5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処理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5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内容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1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録音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MediaRecorder。メトロノーム・カウントイン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2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前処理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22050Hz モノラル化、無音トリム、正規化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3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音符起こし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Basic Pitch。閾値 0.7 / 0.5、音域 E2〜E6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4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分割統合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同音高 150ms 以内の再オンセットを畳む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5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アライメント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編集距離ベースで音符同士を対応付け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6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指標・可視化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ms 単位の分解指標、ピアノロール、推移グラフ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出す指標は「相対」と「絶対」の2系統。合成スコアではなく、単位のある量で出す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 / 16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相対(比較対象あり)</a:t>
                      </a:r>
                      <a:endParaRPr lang="en-US" sz="16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音符一致率、出だしのばらつき(ms)、弾き忘れ/余分な音、テンポ差(%)</a:t>
                      </a:r>
                      <a:endParaRPr lang="en-US" sz="16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絶対(メトロノーム録音)</a:t>
                      </a:r>
                      <a:endParaRPr lang="en-US" sz="16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拍の格子に対するばらつき(ms)、テンポの流れ(%)、格子との一致度</a:t>
                      </a:r>
                      <a:endParaRPr lang="en-US" sz="16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比較モード</a:t>
                      </a:r>
                      <a:endParaRPr lang="en-US" sz="16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直前のテイク / ばらつき最小のテイク / お手本(任意)</a:t>
                      </a:r>
                      <a:endParaRPr lang="en-US" sz="16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進め方: 最初に最大リスクを1つ決め、実測の結果で設計を変えてきた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 / 16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566928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5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段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5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時期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5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やったこと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特定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8月前半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PRD・Design Doc で最大リスクを「自己比較の精度」と定め、機能を積む前にこの1点を検証すると決めた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実測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8月後半〜9月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合成音と実録音で Basic Pitch を検証。閾値調整、22050Hz 必須、倍音・分割による過剰検出を発見。MVP と合成音19テイクのデモ基盤で指標のふるまいを数値で確認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判断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9月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守備範囲を単音・分散和音・音間隔 300ms 以上に限定。合成スコアを廃止し ms 単位に分解。自己比較の構造的限界を認め、楽譜照合への転換を検討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以下の4枚は「実測」で分かったことと、それに基づく「判断」。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実測①: 系統的な押さえ間違いを音符単位で検出できる。ただし自己比較では見えない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 / 16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仕込み: B♭ コードの3度 D4 を、毎回 C♯4 に半音低く押さえる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5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テイク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5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C♯4 の検出数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5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D4 の検出数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通常テイク 1〜5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5〜6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0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お手本テイク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0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6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486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自己比較(直前のテイクと)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音符一致率 100%。「前回と一音も違わない」としか言えない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お手本比較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音符一致率 80%。「音高違い」が3か所に出る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3週間同じ間違いを安定して弾いていた。限界を認識し、お手本比較・自己確認ステップ・UI 文言の3段で緩和策を実装済み。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実測②: 扱えるのは単音と分散和音、音間隔 300ms 以上。ストローク和音は対象外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 / 16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30175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5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素材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5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音の間隔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5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検出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5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判定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単音フレーズ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約 310ms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安定(意図 24 音に対し 26〜28)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対応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アルペジオ(分散和音)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約 310ms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安定(32〜33 音、テイク間で一定)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対応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単音フレーズ(16分)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約 178ms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取りこぼしが増える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目安 300ms 以上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ストローク(6音同時)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同時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テイクごとに検出がばらつく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対象外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合成音とデモデータ19テイクで計測。ストローク和音は Basic Pitch が安定して分解できないため、v1 のスコープから外した。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実測③: 過剰検出の正体は倍音ではなく「音の分割」。検出440音の25%を占めた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11 / 16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914400"/>
                <a:gridCol w="3840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5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分類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5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割合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5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音数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5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基準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意図した音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75%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331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1つの音が2つに割れた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25%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108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直前1.2秒以内に同じ音高が再検出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倍音関係で説明できるもの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0.2%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1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+12/+19/+24/+28 半音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306324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分割の再検出は「次の音が鳴った時刻ちょうど」に立つ。前の音が響く中で次を撥弦すると、鳴り続けている音にも新しいオンセットが立つ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合成方式を変えても消えず、音の重なりを無くすと 0 になる。原因は「重なり」そのもので、実際のギターでも同じ条件が揃う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対策として「同音高 150ms 以内の再オンセットを畳む」分割統合を診断の入力側に入れた。窓幅は実録音で未検証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実測④: 0〜100 の合成スコアを廃止し、単位のある指標に分解した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12 / 16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旧: 合成スコアの問題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演奏が一切変わらない12テイクで 62〜78 の間で振れた。原因は分割のゆらぎだけ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全体を 150ms 一律シフト、テンポ +5% で最大減点。不安定さと無関係な量で下がる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本来測りたいばらつき(σ=10ms→98、σ=80ms→87)にはほとんど反応しない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新: 分解した指標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73736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出だしのばらつき(ms): オフセットとテンポ差を直線フィットで除いた残差の SD。σ=10/20/40/80ms を 9.5/20.5/37/78ms と推定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テンポ差(%)と出だしの差(ms)は別の量として出す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メトロノーム録音では拍の格子に対する絶対指標。比較対象なしに単体で測れ、日をまたいでも同じ物差し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式で吸収しても信号対雑音比は変わらない。分割統合を入力側に入れ、合成値をやめて分解した。保存済みの診断は再計算した。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性能: ブラウザ完結で実用的な速度に収まった。初回コストはウォームアップで隠す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13 / 16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3840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5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項目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5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実測値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4E5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補足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JS バンドル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1.4 MB(gzip 371KB)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大半が TensorFlow.js。モデル本体は数百 KB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8秒の音声1件の解析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数百 ms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ウォームアップ後。閾値変更は再推論なし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初回コスト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約 18 秒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ライブラリ 7.5 + モデル 1.9 + 初回推論 8.2 秒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06324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初回推論の約 8 秒は、起動直後のアイドル時間に微小信号で「捨て推論」を1回走らせて隠した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デモデータ19テイクの投入は 58〜66 秒(アイドル時)。CPU が埋まっていると数分かかる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Basic Pitch(TensorFlow.js 版)は 22050Hz モノラル入力が必須。内部でリサンプルしないため OfflineAudioContext で変換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スマホ実機での速度・メモリは未計測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3ヶ月で言えること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 / 16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ブラウザ内で録音 → 音符起こし → 自己比較診断まで動く(サーバーなし)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時間をまたいだ指標の推移が可視化できる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自己比較の構造的限界を再現でき、お手本比較で検出できる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単音・分散和音なら、系統的な押さえ間違いを音符単位で特定できる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3ヶ月で言えないこと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/ 16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ストローク和音は扱えない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実録音での精度は数値化できていない。「期待する音符列」を入れた本測定が未実施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合成音は本物より素直で、実録音ではもっと悪くなる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スマホ実機の速度・メモリは未計測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被験者は事実上開発者1人。UX の妥当性は未検証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残る課題: 自己比較は正誤を判定できない。次の一手は「楽譜を正解にして照合する」への転換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16 / 16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309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未実装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スレッドの削除・並び替え、アクティブスレッド数の上限、お手本の音符編集 UI、分割統合の窓幅の実録音での検証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未検証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実録音での音符起こし精度の本測定。初期検証の実録音データを「分割」基準で再分類。スマホ実機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構造的限界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自己比較は一貫性しか測れず、正誤を判定できない。外部の正解データなしには理論的に区別できない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検討中の次の一手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楽譜ファイルを正解にして照合する。正誤が判定でき、和音も検証可能な問いになる。PRD・設計を別途作成済み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持ち越せる資産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録音・前処理・メトロノーム格子・分割統合・アライメント・履歴 UI・合成音デモ基盤・PWA シェル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0" marR="45720" marT="27432" marB="27432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ギター上達診断アプリ 中間報告</dc:title>
  <dc:subject>PptxGenJS Presentation</dc:subject>
  <dc:creator>yk</dc:creator>
  <cp:lastModifiedBy>yk</cp:lastModifiedBy>
  <cp:revision>1</cp:revision>
  <dcterms:created xsi:type="dcterms:W3CDTF">2026-09-20T02:44:28Z</dcterms:created>
  <dcterms:modified xsi:type="dcterms:W3CDTF">2026-09-20T02:44:28Z</dcterms:modified>
</cp:coreProperties>
</file>